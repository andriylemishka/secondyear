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для початку доповіді:</a:t>
            </a:r>
          </a:p>
          <a:p>
            <a:r>
              <a:t>Привіт усім! Підніміть руки, хто любить грати в комп'ютерні ігри на ПК або ноутбуці? Майже всі стикалися з тим, що нова крута гра починає безбожно гальмувати, кулери ревуть, а замість плавної картинки ми бачимо слайдшоу. Сьогодні ми поговоримо про магічну кнопку під назвою DLSS — як компанія NVIDIA використовує штучний інтелект, щоб рятувати наші відеокарти, і чому новітня 5-та версія викликала справжній бунт серед геймерів та розробників.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 пояснити цей слайд аудиторії:</a:t>
            </a:r>
          </a:p>
          <a:p>
            <a:r>
              <a:t>Уявіть, що вам на іспиті треба за 10 хвилин написати твір на 10 сторінок дрібним ідеальним почерком. Ви фізично зламаєте руку. Але якщо ви швидко напишете чернетку тезами, а ваш сусід-відмінник (ШІ) за секунду розгорне це в каліграфічний шедевр — ви встигнете на відмінно!</a:t>
            </a:r>
          </a:p>
          <a:p>
            <a:r>
              <a:t>Ось це і робить класичний DLSS: відеокарта малює полегшену картинку, а тензорні ядра за допомогою нейромережі перетворюють її на чітке 4K без втрати якості.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 подати еволюцію:</a:t>
            </a:r>
          </a:p>
          <a:p>
            <a:r>
              <a:t>Студенти мають запам'ятати просту річ: раніше DLSS був прискорювачем. Він рятував старі відеокарти. А DLSS 5 — це вже не прискорювач, це суперважкий генератор реалізму. NVIDIA зберегла ту саму назву з чотирьох літер просто для маркетингу, але сутність технології змінилася на 180 градусів.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Коментар до візуального порівняння:</a:t>
            </a:r>
          </a:p>
          <a:p>
            <a:r>
              <a:t>Покажіть аудиторії на екран: зліва — звичайна графіка, яку ми бачимо у більшості сучасних ігор. Шкіра виглядає як пластик або матовий гіпс, тіні рубані, обличчя пласке.</a:t>
            </a:r>
          </a:p>
          <a:p>
            <a:r>
              <a:t>Праворуч — DLSS 5. Зверніть увагу на м'якість світла, пори шкіри, живе відбиття у зіницях. Це виглядає як реальний кадр із дорогого голлівудського фільму. І все це домальовано нейромережею прямо на ходу!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 для пояснення парадоксу:</a:t>
            </a:r>
          </a:p>
          <a:p>
            <a:r>
              <a:t>Уявіть шок пересічного геймера. Він купує новеньку відеокарту за шалені гроші, вмикає гру, бачить напис DLSS 5, натискає 'Увімкнути'... і замість приросту швидкості отримує мінус 60% FPS! Всі фанатські форуми гудуть від люті.</a:t>
            </a:r>
          </a:p>
          <a:p>
            <a:r>
              <a:t>Але фокус у тому, що без цього ШІ таку картинку ми взагалі змогли б запустити лише десь у 2035 році. NVIDIA просто перестрибнула час ціною шаленого енергоспоживання.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Історія для живого виступу (дуже заходить аудиторії!):</a:t>
            </a:r>
          </a:p>
          <a:p>
            <a:r>
              <a:t>Ось тут починається найцікавіше! Подивіться на зображення. Зліва — те, що малювали художники Capcom: виснажена жінка, яка бореться за виживання в підземеллі. Справа — те, що з нею зробив DLSS 5. Нейромережа натренована на мільйонах красивих фоточок із софітами, тому вона вважає, що брудне обличчя — це дефект, який треба 'замазати тональним кремом'.</a:t>
            </a:r>
          </a:p>
          <a:p>
            <a:r>
              <a:t>Цей випадок показав, що ШІ не має естетичного смаку: для нього краса — це просто статистика.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Смішні аналогії для виступу:</a:t>
            </a:r>
          </a:p>
          <a:p>
            <a:r>
              <a:t>Якщо подивитися на історію, ШІ завжди хворів на якісь 'дитячі хвороби'.</a:t>
            </a:r>
          </a:p>
          <a:p>
            <a:r>
              <a:t>У першій версії ми бігали ніби в окулярах із сильними діоптріями. У другій версії за кожним патроном летів примарний хвіст, як у фільмах про привидів. А в п'ятій версії всі шахтарі, орки та монстри виглядають так, ніби щойно вийшли з дорогого корейського спа-салону!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Спілкування з аудиторією:</a:t>
            </a:r>
          </a:p>
          <a:p>
            <a:r>
              <a:t>Тут можна звернутися до залу: згадайте останні релізи ігор. Скільки разів ви купували гру на релізі, а вона лагала навіть на потужному компі? Розробники просто розлінилися. Замість того, щоб вичищати баги, вони кажуть: 'Ну, увімкніть генерацію кадрів і DLSS, і буде 60 FPS'. Це нечесно щодо гравців, бо замість прогресу ми отримуємо просто милицю для ледачих програмістів.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Чому цей слайд важливий:</a:t>
            </a:r>
          </a:p>
          <a:p>
            <a:r>
              <a:t>Це найпозитивніша частина доповіді. Студенти та ентузіасти по всьому світу зібралися на Reddit і GitHub, розібрали закритий код NVIDIA і зробили його зручним для людей. Вони показали: нам не потрібні штучні маркетингові обмеження. Якщо дати гравцям прості повзунки регулювання, технологія стає справжнім шедевром!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Фінальні слова:</a:t>
            </a:r>
          </a:p>
          <a:p>
            <a:r>
              <a:t>Дякую всім за увагу! Я сподіваюся, тепер абревіатура DLSS не лякає вас складними термінами. Перед тим, як ми розійдемося, мені дуже цікаво почути ваші відповіді на ці два питання. Особливо перше: що оберете ви — максимальну плавність і 120 FPS чи кінематографічну графіку ціною нагріву кімнати?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01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840480" cy="292608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76B900"/>
                </a:solidFill>
              </a:defRPr>
            </a:pPr>
            <a:r>
              <a:t>●  ГЕЙМІНГ ТА ШТУЧНИЙ ІНТЕЛЕКТ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28655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9FAFB"/>
                </a:solidFill>
              </a:defRPr>
            </a:pPr>
            <a:r>
              <a:t>Що таке DLSS 5 і чому про нього всі говорять?</a:t>
            </a:r>
          </a:p>
          <a:p>
            <a:pPr>
              <a:spcAft>
                <a:spcPts val="2600"/>
              </a:spcAft>
              <a:defRPr sz="1700">
                <a:solidFill>
                  <a:srgbClr val="A5ACBA"/>
                </a:solidFill>
              </a:defRPr>
            </a:pPr>
            <a:r>
              <a:t>Як штучний інтелект навчився домальовувати ігри: від порятунку слабких ПК до скандального «AI-макіяжу» та відеокарт на 800 Ват.</a:t>
            </a:r>
          </a:p>
          <a:p>
            <a:pPr>
              <a:defRPr sz="1200">
                <a:solidFill>
                  <a:srgbClr val="00E5FF"/>
                </a:solidFill>
              </a:defRPr>
            </a:pPr>
            <a:r>
              <a:t>Доповідь для студентів: розбираємося «на пальцях» без складної математики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ПРОСТА АНАЛОГІЯ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ШІ як художник-помічник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ГОЛОВНИЙ ПАРАДОКС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Чому нова версія знижує FPS?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5029200"/>
            <a:ext cx="3474720" cy="96012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300"/>
              </a:spcAft>
              <a:defRPr sz="850" b="1">
                <a:solidFill>
                  <a:srgbClr val="FFAA00"/>
                </a:solidFill>
              </a:defRPr>
            </a:pPr>
            <a:r>
              <a:t>ГУЧНИЙ СКАНДАЛ</a:t>
            </a:r>
          </a:p>
          <a:p>
            <a:pPr>
              <a:defRPr sz="1200" b="1">
                <a:solidFill>
                  <a:srgbClr val="F9FAFB"/>
                </a:solidFill>
              </a:defRPr>
            </a:pPr>
            <a:r>
              <a:t>«Б'юті-фільтр» у горор-грі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ОСНОВИ НА ПАЛЬЦЯХ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Що взагалі таке DLSS? Проста аналогія з художником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655064"/>
            <a:ext cx="5559552" cy="41422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lss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8640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15584"/>
            <a:ext cx="548640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>
                <a:solidFill>
                  <a:srgbClr val="6B7280"/>
                </a:solidFill>
              </a:defRPr>
            </a:pPr>
            <a:r>
              <a:t>Схема: Від ескізу 1080p до чіткого 4K через нейромережу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4967935" cy="19659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56232"/>
            <a:ext cx="4602175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ПРОБЛЕМА: НАВАНТАЖЕННЯ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1. У чому проблема відеокарти?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Сучасні монітори мають роздільність 4K — це понад 8 000 000 пікселів!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Відеокарта мусить малювати цю величезну картину 60 або 120 разів на секунду.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Результат: Карта перегрівається, не встигає, і гра починає моторошно лагати.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794760"/>
            <a:ext cx="4967935" cy="22402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9352"/>
            <a:ext cx="4602175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РІШЕННЯ: ШТУЧНИЙ ІНТЕЛЕКТ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2. Як DLSS рятує ситуацію?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Аналогія: Замість малювання гігантської картини, відеокарта малює швидкий маленький ескіз (наприклад, 1080p — це в 4 рази легше!).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Тут підключається ШІ: Спеціальний нейропомічник домальовує відсутні пікселі.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Фінал: Ви бачите чітку 4K картинку, а гра летить у 2 рази швидше!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ХРОНОЛОГІЯ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Як розвивалася технологія: Від простої лупи до генератора світла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02152" cy="38404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136392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«РОЗУМНЕ ЗБІЛЬШЕННЯ»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1 &amp; 2 (2018–2020)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Що робить: Збільшує маленьку картинку до великої (1080p $\to$ 4K).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Аналогія: Розумний Photoshop, який знає, як виглядають текстури цегли, трави чи металу.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Результат для гравця: +50–100% безкоштовного приросту FPS!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02152" cy="38404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36392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«КАДРИ З ПОВІТРЯ»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3 (2022)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Що робить: ШІ сам вигадує цілі проміжні кадри (Frame Generation).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Аналогія: Мультиплікатор, який домальовує рух персонажа між двома малюнками.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Результат для гравця: Гра стає плавною, навіть якщо процесор старий і не тягне.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502152" cy="38404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56232"/>
            <a:ext cx="3136392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«НЕЙРОХУДОЖНИК СВІТЛА»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5 (2026)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Що робить: Більше НЕ додає FPS! ШІ бере на себе малювання фізики світла.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Аналогія: Замість симуляції мільярдів променів сонця, ШІ 'фарбує' сцену за фотографіями.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Результат для гравця: Нереальна кінематографічна картинка, але FPS падає вдвічі!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658368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950" b="1">
                <a:solidFill>
                  <a:srgbClr val="FFAA00"/>
                </a:solidFill>
              </a:defRPr>
            </a:pPr>
            <a:r>
              <a:t>ГОЛОВНИЙ ПОВОРОТ:</a:t>
            </a:r>
          </a:p>
          <a:p>
            <a:pPr>
              <a:defRPr sz="1050">
                <a:solidFill>
                  <a:srgbClr val="F9FAFB"/>
                </a:solidFill>
              </a:defRPr>
            </a:pPr>
            <a:r>
              <a:t>Раніше DLSS означав 'увімкни, щоб не гальмувало'. У 2026 році з DLSS 5 все навпаки: це режим 'зроби фільм, навіть якщо комп'ютер закипить'.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ПОРІВНЯННЯ В РЕАЛЬНОСТІ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DLSS 5 на практиці: Як ШІ оживляє комп'ютерну графіку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655064"/>
            <a:ext cx="5925312" cy="41422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lss5_neural_sk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85216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15584"/>
            <a:ext cx="585216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>
                <a:solidFill>
                  <a:srgbClr val="6B7280"/>
                </a:solidFill>
              </a:defRPr>
            </a:pPr>
            <a:r>
              <a:t>Порівняння: Звичайний 3D-рендер (зліва) проти нейрорендерингу DLSS 5 (справа)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91640"/>
            <a:ext cx="4602175" cy="19659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56232"/>
            <a:ext cx="4236415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0E5FF"/>
                </a:solidFill>
              </a:defRPr>
            </a:pPr>
            <a:r>
              <a:t>ГЕОМЕТРІЯ З РУШІЯ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1. Що таке 3D-каркас?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Гра не вигадує світ з голови (як звичайний ChatGPT чи Midjourney).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Гра дає точні координати: де стоїть герой, куди повернута голова, де стіна.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Тому персонажі не провалюються крізь підлогу, а зброя стріляє точно в ціль.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94760"/>
            <a:ext cx="4602175" cy="22402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959352"/>
            <a:ext cx="4236415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НЕЙРОННЕ ОСВІТЛЕННЯ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2. Магія живого світла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Подивіться на вуха й щоки на картинці: світло сонця проходить крізь шкіру (ефект Subsurface Scattering).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Очі виглядають вологими та живими, а не скляними кульками.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Замість того, щоб годинами прораховувати кожен промінь сонця, нейромережа малює це за 8 мілісекунд!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ЦІНА РЕАЛІЗМУ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Парадокс швидкодії: Чому комп'ютер починає грітися як праска?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74720" cy="201168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108960" cy="168249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F5252"/>
                </a:solidFill>
              </a:defRPr>
            </a:pPr>
            <a:r>
              <a:t>-60%</a:t>
            </a:r>
          </a:p>
          <a:p>
            <a:pPr>
              <a:spcAft>
                <a:spcPts val="400"/>
              </a:spcAft>
              <a:defRPr sz="1100" b="1">
                <a:solidFill>
                  <a:srgbClr val="F9FAFB"/>
                </a:solidFill>
              </a:defRPr>
            </a:pPr>
            <a:r>
              <a:t>МІНУС ПОЛОВИНА FPS</a:t>
            </a:r>
          </a:p>
          <a:p>
            <a:pPr>
              <a:defRPr sz="1000">
                <a:solidFill>
                  <a:srgbClr val="A5ACBA"/>
                </a:solidFill>
              </a:defRPr>
            </a:pPr>
            <a:r>
              <a:t>Увімкнули DLSS 5 у грі — лічильник кадрів миттєво обвалився з 190 до 95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74720" cy="201168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08960" cy="168249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FAA00"/>
                </a:solidFill>
              </a:defRPr>
            </a:pPr>
            <a:r>
              <a:t>800 Вт</a:t>
            </a:r>
          </a:p>
          <a:p>
            <a:pPr>
              <a:spcAft>
                <a:spcPts val="400"/>
              </a:spcAft>
              <a:defRPr sz="1100" b="1">
                <a:solidFill>
                  <a:srgbClr val="F9FAFB"/>
                </a:solidFill>
              </a:defRPr>
            </a:pPr>
            <a:r>
              <a:t>ПЕКЕЛЬНЕ ЕНЕРГОСПОЖИВАННЯ</a:t>
            </a:r>
          </a:p>
          <a:p>
            <a:pPr>
              <a:defRPr sz="1000">
                <a:solidFill>
                  <a:srgbClr val="A5ACBA"/>
                </a:solidFill>
              </a:defRPr>
            </a:pPr>
            <a:r>
              <a:t>Відеокарта тягне струм як електричний чайник або потужний масляний обігрівач.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91640"/>
            <a:ext cx="3502152" cy="2011680"/>
          </a:xfrm>
          <a:prstGeom prst="roundRect">
            <a:avLst/>
          </a:prstGeom>
          <a:solidFill>
            <a:srgbClr val="151821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56232"/>
            <a:ext cx="3136392" cy="168249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F5252"/>
                </a:solidFill>
              </a:defRPr>
            </a:pPr>
            <a:r>
              <a:t>8 GB = Смерть</a:t>
            </a:r>
          </a:p>
          <a:p>
            <a:pPr>
              <a:spcAft>
                <a:spcPts val="400"/>
              </a:spcAft>
              <a:defRPr sz="1100" b="1">
                <a:solidFill>
                  <a:srgbClr val="F9FAFB"/>
                </a:solidFill>
              </a:defRPr>
            </a:pPr>
            <a:r>
              <a:t>БРАК ВІДЕОПАМ'ЯТІ</a:t>
            </a:r>
          </a:p>
          <a:p>
            <a:pPr>
              <a:defRPr sz="1000">
                <a:solidFill>
                  <a:srgbClr val="A5ACBA"/>
                </a:solidFill>
              </a:defRPr>
            </a:pPr>
            <a:r>
              <a:t>Дешеві карти просто вилітають на робочий стіл, бо нейромережа не влазить у пам'ять.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233172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10362895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ПОЯСНЕННЯ ДЛЯ СКЕПТИКІВ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Логічне запитання: Якщо FPS падає, нащо воно взагалі треба?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Справжнє порівняння: Порівнювати DLSS 5 треба не зі звичайною грою, а зі спробою порахувати таке світло «по-чесному» (через трасування променів).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Якби карта рахувала кожен промінь сонця вручну: Навіть найдорожча карта за $2000 видала б не 98 кадрів, а всього 5–8 кадрів на секунду (неграбельне слайдшоу).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Висновок: Для нас падіння FPS виглядає як мінус, але для розробників це диво — вони отримали графіку майбутнього вже сьогодні.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КОНФЛІКТ АРТУ ТА АЛГОРИТМІВ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Головний скандал: Як ШІ перетворив горор на гламурний кліп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" y="1655064"/>
            <a:ext cx="5925312" cy="4142232"/>
          </a:xfrm>
          <a:prstGeom prst="roundRect">
            <a:avLst/>
          </a:prstGeom>
          <a:solidFill>
            <a:srgbClr val="1C2230"/>
          </a:solidFill>
          <a:ln w="1270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lss5_beauty_artif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85216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815584"/>
            <a:ext cx="585216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850">
                <a:solidFill>
                  <a:srgbClr val="6B7280"/>
                </a:solidFill>
              </a:defRPr>
            </a:pPr>
            <a:r>
              <a:t>Інцидент Capcom: Автентичний виснажений горор (зліва) проти 'AI б'юті-фільтра' (справа)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91640"/>
            <a:ext cx="4602175" cy="19659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56232"/>
            <a:ext cx="4236415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ІНЦИДЕНТ CAPCOM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1. Що сталося на показі гри?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NVIDIA показала трейлер горору Resident Evil Requiem.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Головна героїня Грейс цілу ніч тікала від монстрів, була в крові, бруді та поті.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Але DLSS 5 вирішив: 'Шкіра має бути ідеальною!' — і замазав усі зморшки та бруд глянцевим блиском.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94760"/>
            <a:ext cx="4602175" cy="224028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959352"/>
            <a:ext cx="4236415" cy="1911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AA00"/>
                </a:solidFill>
              </a:defRPr>
            </a:pPr>
            <a:r>
              <a:t>ЕФЕКТ AI SLOP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2. Чому геймери обурилися?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Втрата атмосфери: Замість страшного горору картинка стала схожою на рекламу шампуню чи макіяжу з Instagram.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Ефект 'Мертвої ляльки' (Uncanny Valley): Обличчя виглядає восковим і лякає, бо рухи не відповідають глянцю.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Розробники гри були шоковані тим, що ШІ самовільно спотворив їхній авторський стиль.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ІСТОРІЯ АРТЕФАКТІВ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Хроніка дефектів: З якими багами боролися в різні роки?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136392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«ЕПОХА ВАЗЕЛІНУ»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1.0 (2018)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Картинка розмивалася в динаміці так, ніби монітор змастили жиром.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Тексти на вивісках у грі ставали нечитабельними.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Причина: ШІ ще не розумів, як рухаються предмети.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136392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AA00"/>
                </a:solidFill>
              </a:defRPr>
            </a:pPr>
            <a:r>
              <a:t>«ПРИМАРНІ ШЛЕЙФИ»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2 та 3 (2020–2023)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Ghosting: За машинами, птахами та прицілами зброї тягнулися темні 'хвости'.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Тремтіння інтерфейсу: ШІ плутав міні-карту з фоном гри, і карта дрижала.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Причина: Помилки прорахунку векторів швидкості.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91640"/>
            <a:ext cx="3502152" cy="457200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56232"/>
            <a:ext cx="3136392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«ВОСКОВИЙ БОТОКС»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DLSS 5 (2026)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Всі персонажі виглядають так, ніби намазалися олією для засмаги.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Штучні яскраві відблиски там, де мала бути темна брудна печера.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Причина: Перенавчання моделі на глянцевих фотографіях.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РЕАЛЬНІСТЬ ІНДУСТРІЇ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Чому гравці зляться? Лінь розробників та криза оптимізації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4892040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5252"/>
                </a:solidFill>
              </a:defRPr>
            </a:pPr>
            <a:r>
              <a:t>ХВОРОБА СУЧАСНОГО ГЕЙМДЕВУ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ШІ як «милиця» замість нормального коду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Сумна тенденція: Ігри виходять сирими та неоптимізованими.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Відмазка студій: 'Навіщо ми будемо пів року оптимізувати гру, якщо гравець може просто натиснути кнопку DLSS?'.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Скорочення штату: Компанії звільняють інженерів та тестувальників, перекладаючи роботу на штучний інтелект.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У підсумку: Гра з графікою 2018 року вимагає відеокарту 2026 року.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876495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0E5FF"/>
                </a:solidFill>
              </a:defRPr>
            </a:pPr>
            <a:r>
              <a:t>ЗАГРОЗА ДЛЯ МИСТЕЦТВА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А що робити нереалістичним іграм?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Стилізовані ігри під загрозою: Що робити шедеврам на кшталт Valheim, Dishonored або Hades, де краса полягає у малюнку від руки?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Спроба все зрівняти: Якщо прогнати мультяшну гру через DLSS 5, ШІ спробує зробити її фотореалістичною і повністю вб'є стиль.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Рішення: NVIDIA додала повзунки сили впливу ШІ, але більшість лінивих розробників навіть не будуть їх налаштовувати.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СИЛА СПІЛЬНОТИ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Як ентузіасти й моддери переграли корпорацію NVIDIA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4892040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ПЕРЕМОГА ЕНТУЗІАСТІВ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Злом та запуск на старіших відеокартах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Офіційно: NVIDIA заявила, що DLSS 5 працюватиме ТІЛЬКИ на найновіших і шалено дорогих картах RTX 50.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Реальність: Вже через тиждень після витоку файлів фанати створили безкоштовні моди через програму ReShade.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Диво народної оптимізації: Технологію змогли запустити навіть на старій відеокарті RTX 2070 шестирічної давнини!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Підтримка улюблених ігор: Моддери додали нейрорендер у «Відьмака 3», Cyberpunk та S.T.A.L.K.E.R.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876495" cy="4151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00E5FF"/>
                </a:solidFill>
              </a:defRPr>
            </a:pPr>
            <a:r>
              <a:t>ФАНАТСЬКІ ПОКРАЩЕННЯ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Налаштування, які мали зробити інженери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Повернення 60 FPS: Моддери додали простий повзунок роздільності моделі (можна знизити апетит ШІ на 25% і грати плавно).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Захист інтерфейсу: Приціл зброї та карта більше не розмиваються.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Вимкнення 'ботоксу': Можна легко зменшити глянець на обличчях, повернувши героям їхній брудний і суворий вигляд.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Мораль: Спільнота довела, що технологія чудова, якщо не закривати її в жадібні корпоративні рамки.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t>ТЕХНОЛОГІЧНИЙ ДАЙДЖЕСТ: NVIDIA DLSS 5 ПРОСТИМИ СЛОВАМИ  |  СЛАЙД 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"/>
            <a:ext cx="3291840" cy="256032"/>
          </a:xfrm>
          <a:prstGeom prst="roundRect">
            <a:avLst/>
          </a:prstGeom>
          <a:solidFill>
            <a:srgbClr val="1C2230"/>
          </a:solidFill>
          <a:ln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900" b="1">
                <a:solidFill>
                  <a:srgbClr val="76B900"/>
                </a:solidFill>
              </a:defRPr>
            </a:pPr>
            <a:r>
              <a:t>●  ВИСНОВКИ &amp; ОБГОВОРЕННЯ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384048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50" b="1">
                <a:solidFill>
                  <a:srgbClr val="6B7280"/>
                </a:solidFill>
              </a:defRPr>
            </a:pPr>
            <a:r>
              <a:t>ЧАСТИНА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300" b="1">
                <a:solidFill>
                  <a:srgbClr val="F9FAFB"/>
                </a:solidFill>
              </a:defRPr>
            </a:pPr>
            <a:r>
              <a:t>Підсумок: Куди котиться графіка і запитання до вас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26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4892040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76B900"/>
                </a:solidFill>
              </a:defRPr>
            </a:pPr>
            <a:r>
              <a:t>ФАКТИ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Головні висновки простими словами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1. Назад дороги немає: Епоха, коли відеокарта чесно малювала кожен піксель за математичними формулами, закінчилася.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2. Майбутнє вже тут: Графіка майбутнього буде гібридною — проста 3D-модель від гри плюс розумне нейродомальовування від ШІ.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3. Головне випробування: Чи потягне DLSS 5 майбутню GTA VI на ПК без вибухів блоків живлення та дивних артефактів?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42255" cy="3749039"/>
          </a:xfrm>
          <a:prstGeom prst="roundRect">
            <a:avLst/>
          </a:prstGeom>
          <a:solidFill>
            <a:srgbClr val="151821"/>
          </a:solidFill>
          <a:ln w="1524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2"/>
            <a:ext cx="4876495" cy="3419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FAA00"/>
                </a:solidFill>
              </a:defRPr>
            </a:pPr>
            <a:r>
              <a:t>ДИСКУСІЯ</a:t>
            </a:r>
          </a:p>
          <a:p>
            <a:pPr>
              <a:spcAft>
                <a:spcPts val="800"/>
              </a:spcAft>
              <a:defRPr sz="1450" b="1">
                <a:solidFill>
                  <a:srgbClr val="F9FAFB"/>
                </a:solidFill>
              </a:defRPr>
            </a:pPr>
            <a:r>
              <a:t>Питання до залу (Давайте посперечаємося!)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Питання №1 (Геймерське):</a:t>
            </a:r>
            <a:br/>
            <a:r>
              <a:t>«Ви готові змиритися з тим, що у вас буде 45 кадрів замість 100, зате персонажі будуть виглядати як живі люди з кіно?»</a:t>
            </a:r>
          </a:p>
          <a:p>
            <a:pPr>
              <a:spcAft>
                <a:spcPts val="500"/>
              </a:spcAft>
              <a:defRPr sz="1100">
                <a:solidFill>
                  <a:srgbClr val="A5ACBA"/>
                </a:solidFill>
              </a:defRPr>
            </a:pPr>
            <a:r>
              <a:t>• Питання №2 (Філософське):</a:t>
            </a:r>
            <a:br/>
            <a:r>
              <a:t>«Якщо обличчя героя та світло в кімнаті домалював штучний інтелект за фотографіями — це ще гра розробників чи вже мультик від нейромережі?»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96128"/>
            <a:ext cx="10728655" cy="658368"/>
          </a:xfrm>
          <a:prstGeom prst="roundRect">
            <a:avLst/>
          </a:prstGeom>
          <a:solidFill>
            <a:srgbClr val="1C223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150" b="1">
                <a:solidFill>
                  <a:srgbClr val="76B900"/>
                </a:solidFill>
              </a:defRPr>
            </a:pPr>
            <a:r>
              <a:t>ДЯКУЮ ЗА УВАГУ! ЧЕКАЮ НА ВАШІ ДУМКИ ТА ВІДПОВІДІ НА ЗАПИТАННЯ.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